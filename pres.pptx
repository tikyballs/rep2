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618E28-0D5E-47D8-9C2C-0A8A26D7B4DF}" type="datetime1">
              <a:rPr lang="ru-RU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FC2D7C-BD08-4E8D-81FB-B7126A57FEF9}" type="datetime1">
              <a:rPr lang="ru-RU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E8F45C-D6FB-4947-BAB5-C8D126959F27}" type="datetime1">
              <a:rPr lang="ru-RU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66AEFB2-ACA5-4A72-AAC1-C6F952E6C104}" type="datetime1">
              <a:rPr lang="ru-RU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4B9A982-5645-43B9-84A1-905FB65FDC9E}" type="datetime1">
              <a:rPr lang="ru-RU"/>
              <a:t>25.05.2026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B351DB-CC90-4EF1-B727-81968AB6A722}" type="datetime1">
              <a:rPr lang="ru-RU"/>
              <a:t>25.05.2026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A031DB-D346-4986-93C2-BC1ADF970FE5}" type="datetime1">
              <a:rPr lang="ru-RU"/>
              <a:t>25.05.2026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9DBCAF6-18F4-4F9C-9CCF-3E506739B393}" type="datetime1">
              <a:rPr lang="ru-RU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4A2D6C-751F-4902-A10B-6D1BB14184D8}" type="datetime1">
              <a:rPr lang="ru-RU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199DC5-DB7C-4D8D-9C1C-B3627CE70E71}" type="datetime1">
              <a:rPr lang="ru-RU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93288B-1062-4A24-AFE1-BDB914941150}" type="datetime1">
              <a:rPr lang="ru-RU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560E26F-59BD-4CE3-9E55-A0DE13F72C05}" type="datetime1">
              <a:rPr lang="ru-RU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06128" y="2295481"/>
            <a:ext cx="11779744" cy="1219200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ru-RU" sz="6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Игра «21 спичка»</a:t>
            </a:r>
            <a:endParaRPr sz="6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7467600" y="4562519"/>
            <a:ext cx="4518272" cy="1655762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 sz="2000" b="1" dirty="0" err="1">
                <a:solidFill>
                  <a:srgbClr val="07226D"/>
                </a:solidFill>
                <a:latin typeface="Arial"/>
                <a:cs typeface="Arial"/>
              </a:rPr>
              <a:t>Золотков</a:t>
            </a:r>
            <a:r>
              <a:rPr lang="ru-RU" sz="2000" b="1" dirty="0">
                <a:solidFill>
                  <a:srgbClr val="07226D"/>
                </a:solidFill>
                <a:latin typeface="Arial"/>
                <a:cs typeface="Arial"/>
              </a:rPr>
              <a:t> Андрей</a:t>
            </a:r>
            <a:endParaRPr dirty="0"/>
          </a:p>
          <a:p>
            <a:pPr>
              <a:defRPr/>
            </a:pPr>
            <a:r>
              <a:rPr lang="ru-RU" sz="2000" b="1" dirty="0">
                <a:solidFill>
                  <a:srgbClr val="07226D"/>
                </a:solidFill>
                <a:latin typeface="Arial"/>
              </a:rPr>
              <a:t>Курс: Python: от А до Я</a:t>
            </a:r>
            <a:endParaRPr lang="ru-RU" sz="2000" dirty="0"/>
          </a:p>
          <a:p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Академия  ”Просвещение”</a:t>
            </a:r>
          </a:p>
          <a:p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Образовательная платформа </a:t>
            </a:r>
            <a:r>
              <a:rPr lang="ru-RU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Олимпиум</a:t>
            </a:r>
            <a:endParaRPr lang="ru-RU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2"/>
          <a:stretch/>
        </p:blipFill>
        <p:spPr bwMode="auto">
          <a:xfrm>
            <a:off x="9766915" y="294866"/>
            <a:ext cx="1891437" cy="560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12318" y="663575"/>
            <a:ext cx="10515600" cy="513715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4000" b="1" dirty="0">
                <a:solidFill>
                  <a:srgbClr val="07226D"/>
                </a:solidFill>
                <a:latin typeface="Arial"/>
              </a:rPr>
              <a:t>Проблема</a:t>
            </a:r>
            <a:endParaRPr lang="ru-RU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 разработать консольное приложение на Python, создать исполняемый файл и разместить проект на </a:t>
            </a:r>
            <a:r>
              <a:rPr lang="ru-RU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ru-RU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  <a:defRPr/>
            </a:pPr>
            <a:r>
              <a:rPr lang="ru-RU" sz="4000" b="1" dirty="0">
                <a:solidFill>
                  <a:srgbClr val="07226D"/>
                </a:solidFill>
                <a:latin typeface="Arial"/>
              </a:rPr>
              <a:t>Аннотация</a:t>
            </a:r>
            <a:endParaRPr lang="ru-RU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«21 спичка» — это несложная, но увлекательная стратегия, полюбившаяся поклонникам настольных игр. Суть игры проста: участники поочередно вытягивают одну, две или три спички из стопки, первоначально насчитывающей 21 штуку. Тот, кому достанется финальная спичка, считается проигравшим.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2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/>
        </p:blipFill>
        <p:spPr bwMode="auto">
          <a:xfrm>
            <a:off x="9982200" y="185738"/>
            <a:ext cx="1891437" cy="560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71525" y="857250"/>
            <a:ext cx="10582275" cy="83343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100" b="1" dirty="0">
                <a:solidFill>
                  <a:srgbClr val="002060"/>
                </a:solidFill>
                <a:latin typeface="Arial"/>
                <a:cs typeface="Arial"/>
              </a:rPr>
              <a:t>Цель</a:t>
            </a:r>
            <a:r>
              <a:rPr lang="en-US" sz="3100" b="1" dirty="0">
                <a:solidFill>
                  <a:srgbClr val="002060"/>
                </a:solidFill>
                <a:latin typeface="Arial"/>
                <a:cs typeface="Arial"/>
              </a:rPr>
              <a:t>:</a:t>
            </a:r>
            <a:br>
              <a:rPr lang="en-US" sz="3100" b="1" dirty="0">
                <a:solidFill>
                  <a:srgbClr val="002060"/>
                </a:solidFill>
                <a:latin typeface="Arial"/>
                <a:cs typeface="Arial"/>
              </a:rPr>
            </a:br>
            <a:r>
              <a:rPr lang="ru-RU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Изучить процесс создания консольного приложения на Python и его размещения в удалённом репозитории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2390775"/>
            <a:ext cx="10515600" cy="378618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b="1" dirty="0">
                <a:solidFill>
                  <a:srgbClr val="07226D"/>
                </a:solidFill>
                <a:latin typeface="Arial"/>
                <a:cs typeface="Arial"/>
              </a:rPr>
              <a:t>Задачи</a:t>
            </a:r>
            <a:r>
              <a:rPr lang="en-US" b="1" dirty="0">
                <a:solidFill>
                  <a:srgbClr val="07226D"/>
                </a:solidFill>
                <a:latin typeface="Arial"/>
                <a:cs typeface="Arial"/>
              </a:rPr>
              <a:t>:</a:t>
            </a:r>
          </a:p>
          <a:p>
            <a:pPr marL="0" indent="0">
              <a:buNone/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Определить цели и функции консольного приложения. </a:t>
            </a:r>
          </a:p>
          <a:p>
            <a:pPr marL="0" indent="0">
              <a:buNone/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Разработать структуру программы. </a:t>
            </a:r>
          </a:p>
          <a:p>
            <a:pPr marL="0" indent="0">
              <a:buNone/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Запрограммировать приложение. </a:t>
            </a:r>
          </a:p>
          <a:p>
            <a:pPr marL="0" indent="0">
              <a:buNone/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Провести тестирование разработанного программного продукта</a:t>
            </a:r>
            <a:endParaRPr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3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/>
        </p:blipFill>
        <p:spPr bwMode="auto">
          <a:xfrm>
            <a:off x="9982200" y="185738"/>
            <a:ext cx="1891437" cy="560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18363" y="83283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 sz="4000" b="1" dirty="0">
                <a:solidFill>
                  <a:srgbClr val="07226D"/>
                </a:solidFill>
                <a:latin typeface="Arial"/>
                <a:cs typeface="Arial"/>
              </a:rPr>
              <a:t>Краткое описание решения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12317" y="1342231"/>
            <a:ext cx="10608107" cy="4763294"/>
          </a:xfrm>
        </p:spPr>
        <p:txBody>
          <a:bodyPr lIns="108000"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Приветственное сообщение. </a:t>
            </a:r>
          </a:p>
          <a:p>
            <a:pPr marL="0" indent="0">
              <a:buNone/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Определение правил игры. </a:t>
            </a:r>
          </a:p>
          <a:p>
            <a:pPr marL="0" indent="0">
              <a:buNone/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Игра</a:t>
            </a:r>
          </a:p>
          <a:p>
            <a:pPr marL="817200" indent="-45720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Основное тело игры состоит из цикла, в котором игроки совершают ходы до момента, пока не останутся спички.</a:t>
            </a:r>
          </a:p>
          <a:p>
            <a:pPr marL="817200" indent="-45720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Пользователь вводит количество спичек, которые хочет взять. </a:t>
            </a:r>
          </a:p>
          <a:p>
            <a:pPr marL="817200" indent="-45720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Проверяется корректность введенного значения (только числа от 1 до 3). </a:t>
            </a:r>
          </a:p>
          <a:p>
            <a:pPr marL="0" indent="0">
              <a:buNone/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Условия </a:t>
            </a:r>
            <a:r>
              <a:rPr lang="ru-RU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выиграша</a:t>
            </a: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проигрыша.</a:t>
            </a:r>
          </a:p>
          <a:p>
            <a:pPr marL="0" indent="0">
              <a:buNone/>
              <a:defRPr/>
            </a:pPr>
            <a:endParaRPr lang="ru-RU" dirty="0">
              <a:solidFill>
                <a:srgbClr val="07226D"/>
              </a:solidFill>
              <a:latin typeface="Arial"/>
              <a:cs typeface="Arial"/>
            </a:endParaRPr>
          </a:p>
          <a:p>
            <a:pPr marL="514350" indent="-514350">
              <a:buAutoNum type="arabicPeriod"/>
              <a:defRPr/>
            </a:pP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endParaRPr lang="en-US" dirty="0">
              <a:solidFill>
                <a:srgbClr val="07226D"/>
              </a:solidFill>
              <a:latin typeface="Arial"/>
              <a:cs typeface="Arial"/>
            </a:endParaRPr>
          </a:p>
          <a:p>
            <a:pPr>
              <a:defRPr/>
            </a:pP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4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/>
        </p:blipFill>
        <p:spPr bwMode="auto">
          <a:xfrm>
            <a:off x="9982200" y="185738"/>
            <a:ext cx="1891437" cy="560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 dirty="0">
                <a:solidFill>
                  <a:srgbClr val="07226D"/>
                </a:solidFill>
                <a:latin typeface="Arial"/>
                <a:cs typeface="Arial"/>
              </a:rPr>
              <a:t>Технологии и инструменты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2336800"/>
            <a:ext cx="9144000" cy="2419350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Python 3</a:t>
            </a:r>
            <a:endParaRPr dirty="0"/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Библиотека</a:t>
            </a:r>
            <a:r>
              <a:rPr lang="en-US" dirty="0">
                <a:solidFill>
                  <a:srgbClr val="07226D"/>
                </a:solidFill>
                <a:latin typeface="Arial"/>
                <a:cs typeface="Arial"/>
              </a:rPr>
              <a:t> </a:t>
            </a:r>
            <a:r>
              <a:rPr lang="ru-RU" dirty="0" err="1">
                <a:solidFill>
                  <a:srgbClr val="07226D"/>
                </a:solidFill>
                <a:latin typeface="Arial"/>
                <a:cs typeface="Arial"/>
              </a:rPr>
              <a:t>random</a:t>
            </a:r>
            <a:endParaRPr dirty="0"/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Среда разработки </a:t>
            </a:r>
            <a:r>
              <a:rPr lang="en-US" dirty="0" err="1">
                <a:solidFill>
                  <a:srgbClr val="07226D"/>
                </a:solidFill>
                <a:latin typeface="Arial"/>
                <a:cs typeface="Arial"/>
              </a:rPr>
              <a:t>Pycharm</a:t>
            </a:r>
            <a:endParaRPr lang="ru-RU" dirty="0">
              <a:solidFill>
                <a:srgbClr val="07226D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Формат хранения данных</a:t>
            </a:r>
            <a:r>
              <a:rPr lang="en-US" dirty="0">
                <a:solidFill>
                  <a:srgbClr val="07226D"/>
                </a:solidFill>
                <a:latin typeface="Arial"/>
                <a:cs typeface="Arial"/>
              </a:rPr>
              <a:t> (</a:t>
            </a:r>
            <a:r>
              <a:rPr lang="en-US" dirty="0" err="1">
                <a:solidFill>
                  <a:srgbClr val="07226D"/>
                </a:solidFill>
                <a:latin typeface="Arial"/>
                <a:cs typeface="Arial"/>
              </a:rPr>
              <a:t>py</a:t>
            </a:r>
            <a:r>
              <a:rPr lang="en-US" dirty="0">
                <a:solidFill>
                  <a:srgbClr val="07226D"/>
                </a:solidFill>
                <a:latin typeface="Arial"/>
                <a:cs typeface="Arial"/>
              </a:rPr>
              <a:t>-</a:t>
            </a: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файл, </a:t>
            </a:r>
            <a:r>
              <a:rPr lang="en-US" dirty="0">
                <a:solidFill>
                  <a:srgbClr val="07226D"/>
                </a:solidFill>
                <a:latin typeface="Arial"/>
                <a:cs typeface="Arial"/>
              </a:rPr>
              <a:t>exe</a:t>
            </a: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-файл</a:t>
            </a:r>
            <a:r>
              <a:rPr lang="en-US" dirty="0">
                <a:solidFill>
                  <a:srgbClr val="07226D"/>
                </a:solidFill>
                <a:latin typeface="Arial"/>
                <a:cs typeface="Arial"/>
              </a:rPr>
              <a:t>)</a:t>
            </a:r>
          </a:p>
          <a:p>
            <a:pPr>
              <a:defRPr/>
            </a:pP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5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/>
        </p:blipFill>
        <p:spPr bwMode="auto">
          <a:xfrm>
            <a:off x="9982200" y="185738"/>
            <a:ext cx="1891437" cy="560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09550" y="223307"/>
            <a:ext cx="10515600" cy="63788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4000" b="1" dirty="0">
                <a:solidFill>
                  <a:srgbClr val="07226D"/>
                </a:solidFill>
                <a:latin typeface="Arial"/>
                <a:cs typeface="Arial"/>
              </a:rPr>
              <a:t>Алгоритм / структура кода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357186" y="898758"/>
            <a:ext cx="11091863" cy="513003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Сначала запускается 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exe-</a:t>
            </a: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файл, потом создаётся переменная, в которой хранится количество спичек (21). 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Затем запускается цикл игры, который работает, пока спички не закончатся. 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Внутри цикла человек (или компьютер) вводит количество спичек, которое хочет взять (от 1 до 3), программа проверяет правильность ввода и уменьшает общее количество спичек. 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 этого проверяется, закончилась ли игра. Компьютер выбирает количество спичек случайно, число спичек снова уменьшается и снова выполняется проверка окончания игры. 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Когда спичек больше не остаётся, программа определяет и выводит победителя.</a:t>
            </a:r>
            <a:r>
              <a:rPr lang="ru-RU" sz="2400" dirty="0"/>
              <a:t> 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Чтобы результат работы программы, запущенной через EXE-файл, оставался на экране после завершения игры добавлено ожидание ввода (вызов функции </a:t>
            </a:r>
            <a:r>
              <a:rPr lang="ru-RU" sz="2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(), которая будет ждать нажатия клавиши Enter)</a:t>
            </a:r>
            <a:endParaRPr sz="2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6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/>
        </p:blipFill>
        <p:spPr bwMode="auto">
          <a:xfrm>
            <a:off x="9982200" y="185738"/>
            <a:ext cx="1891437" cy="560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9A4C34-70BF-2E10-4AA4-62711ED38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796" y="136525"/>
            <a:ext cx="6071841" cy="378485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6143625" cy="1325563"/>
          </a:xfrm>
        </p:spPr>
        <p:txBody>
          <a:bodyPr/>
          <a:lstStyle/>
          <a:p>
            <a:pPr>
              <a:defRPr/>
            </a:pPr>
            <a:r>
              <a:rPr lang="ru-RU" sz="4000" b="1" dirty="0">
                <a:solidFill>
                  <a:srgbClr val="07226D"/>
                </a:solidFill>
                <a:latin typeface="Arial"/>
                <a:cs typeface="Arial"/>
              </a:rPr>
              <a:t>Демонстрация программы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7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3"/>
          <a:stretch/>
        </p:blipFill>
        <p:spPr bwMode="auto">
          <a:xfrm>
            <a:off x="9982200" y="5796023"/>
            <a:ext cx="1891437" cy="56032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EC8FF1-7E43-8337-903C-46A065340AB8}"/>
              </a:ext>
            </a:extLst>
          </p:cNvPr>
          <p:cNvSpPr txBox="1"/>
          <p:nvPr/>
        </p:nvSpPr>
        <p:spPr>
          <a:xfrm>
            <a:off x="565316" y="1690688"/>
            <a:ext cx="927401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random</a:t>
            </a:r>
            <a:b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print("</a:t>
            </a:r>
            <a:r>
              <a:rPr lang="ru-RU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Игра 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ru-RU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 спичка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ru-RU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br>
              <a:rPr lang="ru-RU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start_game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b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sticks = 21</a:t>
            </a:r>
            <a:b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turn = input("</a:t>
            </a:r>
            <a:r>
              <a:rPr lang="ru-RU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Хотите ходить первым? (Да/Нет): ").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strip().lower()</a:t>
            </a:r>
            <a:b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if turn == "</a:t>
            </a:r>
            <a:r>
              <a:rPr lang="ru-RU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да":</a:t>
            </a:r>
            <a:br>
              <a:rPr lang="ru-RU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human_first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True</a:t>
            </a:r>
            <a:b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else:</a:t>
            </a:r>
            <a:b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human_first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False</a:t>
            </a:r>
            <a:b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play_game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human_first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sticks)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 dirty="0">
                <a:solidFill>
                  <a:srgbClr val="07226D"/>
                </a:solidFill>
                <a:latin typeface="Arial"/>
                <a:cs typeface="Arial"/>
              </a:rPr>
              <a:t>Тестовые примеры и результаты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04850" y="1870075"/>
            <a:ext cx="10648950" cy="430688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 программы</a:t>
            </a:r>
            <a:r>
              <a:rPr lang="en-US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все тесты выполнены</a:t>
            </a:r>
          </a:p>
          <a:p>
            <a:pPr>
              <a:defRPr/>
            </a:pPr>
            <a:r>
              <a:rPr lang="ru-RU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Смена ходов</a:t>
            </a:r>
            <a:r>
              <a:rPr lang="en-US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все тесты выполнены</a:t>
            </a:r>
          </a:p>
          <a:p>
            <a:pPr>
              <a:defRPr/>
            </a:pPr>
            <a:r>
              <a:rPr lang="ru-RU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Счёт количества спичек</a:t>
            </a:r>
            <a:r>
              <a:rPr lang="en-US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все тесты выполнены</a:t>
            </a:r>
          </a:p>
          <a:p>
            <a:pPr>
              <a:defRPr/>
            </a:pPr>
            <a:r>
              <a:rPr lang="ru-RU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Окончание игры</a:t>
            </a:r>
            <a:r>
              <a:rPr lang="en-US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все тесты выполнены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8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/>
        </p:blipFill>
        <p:spPr bwMode="auto">
          <a:xfrm>
            <a:off x="9982200" y="185738"/>
            <a:ext cx="1891437" cy="560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 dirty="0">
                <a:solidFill>
                  <a:srgbClr val="07226D"/>
                </a:solidFill>
                <a:latin typeface="Arial"/>
                <a:cs typeface="Arial"/>
              </a:rPr>
              <a:t>Итоги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2352675"/>
            <a:ext cx="10515600" cy="3824288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4800" b="1" i="1" dirty="0">
                <a:solidFill>
                  <a:srgbClr val="07226D"/>
                </a:solidFill>
                <a:latin typeface="Arial"/>
              </a:rPr>
              <a:t>Итог:</a:t>
            </a:r>
            <a:r>
              <a:rPr lang="ru-RU" sz="4800" dirty="0">
                <a:solidFill>
                  <a:srgbClr val="07226D"/>
                </a:solidFill>
                <a:latin typeface="Arial"/>
              </a:rPr>
              <a:t> </a:t>
            </a:r>
            <a:r>
              <a:rPr lang="ru-RU" sz="4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Консольное приложение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9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/>
        </p:blipFill>
        <p:spPr bwMode="auto">
          <a:xfrm>
            <a:off x="9982200" y="185738"/>
            <a:ext cx="1891437" cy="560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2571749"/>
            <a:ext cx="10515600" cy="360521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4800" b="1" dirty="0">
                <a:solidFill>
                  <a:srgbClr val="07226D"/>
                </a:solidFill>
                <a:latin typeface="Arial"/>
                <a:cs typeface="Arial"/>
              </a:rPr>
              <a:t>Спасибо за внимание</a:t>
            </a:r>
            <a:endParaRPr sz="48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10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/>
        </p:blipFill>
        <p:spPr bwMode="auto">
          <a:xfrm>
            <a:off x="9982200" y="185738"/>
            <a:ext cx="1891437" cy="560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483</Words>
  <Application>Microsoft Office PowerPoint</Application>
  <DocSecurity>0</DocSecurity>
  <PresentationFormat>Широкоэкранный</PresentationFormat>
  <Paragraphs>56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Тема Office</vt:lpstr>
      <vt:lpstr>Игра «21 спичка»</vt:lpstr>
      <vt:lpstr>Презентация PowerPoint</vt:lpstr>
      <vt:lpstr>Цель: Изучить процесс создания консольного приложения на Python и его размещения в удалённом репозитории </vt:lpstr>
      <vt:lpstr>Краткое описание решения</vt:lpstr>
      <vt:lpstr>Технологии и инструменты</vt:lpstr>
      <vt:lpstr>Алгоритм / структура кода</vt:lpstr>
      <vt:lpstr>Демонстрация программы</vt:lpstr>
      <vt:lpstr>Тестовые примеры и результаты</vt:lpstr>
      <vt:lpstr>Итоги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Ксения</dc:creator>
  <cp:keywords/>
  <dc:description/>
  <cp:lastModifiedBy>comp</cp:lastModifiedBy>
  <cp:revision>112</cp:revision>
  <dcterms:created xsi:type="dcterms:W3CDTF">2022-02-13T20:20:25Z</dcterms:created>
  <dcterms:modified xsi:type="dcterms:W3CDTF">2026-05-25T12:14:12Z</dcterms:modified>
  <cp:category/>
  <dc:identifier/>
  <cp:contentStatus/>
  <dc:language/>
  <cp:version/>
</cp:coreProperties>
</file>